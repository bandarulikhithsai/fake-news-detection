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5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Notes Placeholder 1048656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9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6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6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6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64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60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64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6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64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1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61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6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05523-EF9B-4A57-845A-B1AECEE1B3EB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C0CDB-B06A-4B2F-8CB9-66A3EA04337F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1646663" y="2857500"/>
            <a:ext cx="9292683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in </a:t>
            </a:r>
            <a:r>
              <a:rPr lang="en-IN" sz="470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</a:t>
            </a:r>
            <a:br>
              <a:rPr lang="en-IN" sz="47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2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812"/>
            <a:ext cx="1406013" cy="1406013"/>
          </a:xfrm>
          <a:prstGeom prst="rect">
            <a:avLst/>
          </a:prstGeom>
        </p:spPr>
      </p:pic>
      <p:sp>
        <p:nvSpPr>
          <p:cNvPr id="1048587" name="TextBox 4"/>
          <p:cNvSpPr txBox="1"/>
          <p:nvPr/>
        </p:nvSpPr>
        <p:spPr>
          <a:xfrm>
            <a:off x="2590800" y="597430"/>
            <a:ext cx="7919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R.V.R &amp; J.C COLLEGE OF ENGINEERING</a:t>
            </a:r>
          </a:p>
        </p:txBody>
      </p:sp>
      <p:sp>
        <p:nvSpPr>
          <p:cNvPr id="1048588" name="TextBox 5"/>
          <p:cNvSpPr txBox="1"/>
          <p:nvPr/>
        </p:nvSpPr>
        <p:spPr>
          <a:xfrm>
            <a:off x="703006" y="4741429"/>
            <a:ext cx="3215149" cy="124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B.Likhith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Sai(Y23CD014)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B.Harsha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Vardan(Y23CD019)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D.Venkata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Sai(Y23CD048)</a:t>
            </a:r>
          </a:p>
        </p:txBody>
      </p:sp>
      <p:sp>
        <p:nvSpPr>
          <p:cNvPr id="1048658" name="TextBox 1048657"/>
          <p:cNvSpPr txBox="1"/>
          <p:nvPr/>
        </p:nvSpPr>
        <p:spPr>
          <a:xfrm>
            <a:off x="7232648" y="4862855"/>
            <a:ext cx="5486630" cy="113877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en-IN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Guide Name:</a:t>
            </a:r>
            <a:endParaRPr lang="en-IN" sz="28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IN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Mr</a:t>
            </a:r>
            <a:r>
              <a:rPr lang="en-US" altLang="en-I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IN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Rallabandi</a:t>
            </a:r>
            <a:r>
              <a:rPr lang="en-US" altLang="en-I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Ch S N P </a:t>
            </a:r>
            <a:r>
              <a:rPr lang="en-US" altLang="en-IN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Sairam</a:t>
            </a:r>
            <a:r>
              <a:rPr lang="en-US" altLang="en-I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I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I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Assistant professor </a:t>
            </a:r>
            <a:endParaRPr lang="en-I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Rectangle 1"/>
          <p:cNvSpPr>
            <a:spLocks noChangeArrowheads="1"/>
          </p:cNvSpPr>
          <p:nvPr/>
        </p:nvSpPr>
        <p:spPr bwMode="auto">
          <a:xfrm rot="10800000" flipV="1">
            <a:off x="422787" y="1608868"/>
            <a:ext cx="11533239" cy="435864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develop a machine learning system to detect fake news by identifying unreliable news 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evaluates multiple articles from the same source to determine whether the source produces fake news.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Once a source is classified as a fake news producer, future articles from that source can be predicted as fake with high confidence.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source-based approach improves tolerance to individual article misclassification by leveraging multiple data points per source.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intended for use in social media platforms to assign visibility weights to news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 stories identified as highly likely to be fake can be made less visible, helping reduce the spread of misinformation.</a:t>
            </a:r>
          </a:p>
        </p:txBody>
      </p:sp>
      <p:sp>
        <p:nvSpPr>
          <p:cNvPr id="1048590" name="TextBox 4"/>
          <p:cNvSpPr txBox="1"/>
          <p:nvPr/>
        </p:nvSpPr>
        <p:spPr>
          <a:xfrm>
            <a:off x="3848429" y="422933"/>
            <a:ext cx="4978023" cy="751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1048592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2100554"/>
            <a:ext cx="8994058" cy="2936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research already existed.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mainly relied on manual fact-checking or rule-based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machine learning approaches were available but were not easily accessible to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were offline, not designed for real-time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had no simple interface to verify news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838200" y="2627312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existed earlier in research form, but we developed a real-time, ML-based fake news detection system with a user-friendly web interface using the Passive Aggressive Classifier.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Project scope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793595" y="2192414"/>
            <a:ext cx="10515600" cy="36842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is intended for social-media–like news flow, but our detection is focused on news articles and textual posts, not raw social media streams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Real-time social media data is very large and dynamic.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In our mini project, We trained the model on a standard fake news dataset, and the trained model can be used as a filtering tools for social media platforms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844386" y="552813"/>
            <a:ext cx="8229600" cy="74395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AD86A0-B707-0024-D476-EF2AAD5E9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82" y="1296768"/>
            <a:ext cx="10962409" cy="5561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6429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(User Interface)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&amp;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981200" y="1285567"/>
            <a:ext cx="8229600" cy="4286865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365</Words>
  <Application>Microsoft Office PowerPoint</Application>
  <PresentationFormat>Widescreen</PresentationFormat>
  <Paragraphs>39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Fake News Detection in Social Media </vt:lpstr>
      <vt:lpstr>PowerPoint Presentation</vt:lpstr>
      <vt:lpstr>Existing System</vt:lpstr>
      <vt:lpstr>Proposed System</vt:lpstr>
      <vt:lpstr> Project scope</vt:lpstr>
      <vt:lpstr>Model diagram</vt:lpstr>
      <vt:lpstr>Technologies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in Social Media (Using ML &amp; NLP)</dc:title>
  <dc:creator>Bandaru Pavan Sai</dc:creator>
  <cp:lastModifiedBy>Bandaru Pavan Sai</cp:lastModifiedBy>
  <cp:revision>8</cp:revision>
  <dcterms:created xsi:type="dcterms:W3CDTF">2026-01-21T02:21:47Z</dcterms:created>
  <dcterms:modified xsi:type="dcterms:W3CDTF">2026-03-11T19:30:46Z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5ec4be209d874b5c8ae4c3dd757acd19</vt:lpwstr>
  </property>
</Properties>
</file>